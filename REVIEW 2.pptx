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325" r:id="rId3"/>
    <p:sldId id="326" r:id="rId4"/>
    <p:sldId id="336" r:id="rId5"/>
    <p:sldId id="327" r:id="rId6"/>
    <p:sldId id="328" r:id="rId7"/>
    <p:sldId id="330" r:id="rId8"/>
    <p:sldId id="331" r:id="rId9"/>
    <p:sldId id="335" r:id="rId10"/>
    <p:sldId id="333" r:id="rId11"/>
    <p:sldId id="337" r:id="rId12"/>
    <p:sldId id="340" r:id="rId13"/>
    <p:sldId id="338" r:id="rId14"/>
    <p:sldId id="341" r:id="rId15"/>
    <p:sldId id="339" r:id="rId16"/>
    <p:sldId id="334" r:id="rId17"/>
    <p:sldId id="324" r:id="rId18"/>
  </p:sldIdLst>
  <p:sldSz cx="12192000" cy="6858000"/>
  <p:notesSz cx="6858000" cy="12192000"/>
  <p:embeddedFontLst>
    <p:embeddedFont>
      <p:font typeface="Aharoni" panose="02010803020104030203" pitchFamily="2" charset="-79"/>
      <p:bold r:id="rId20"/>
    </p:embeddedFont>
    <p:embeddedFont>
      <p:font typeface="Arial Rounded MT Bold" panose="020F0704030504030204" pitchFamily="34" charset="0"/>
      <p:regular r:id="rId21"/>
    </p:embeddedFont>
    <p:embeddedFont>
      <p:font typeface="Book Antiqua" panose="020406020503050303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F8E74-D4AB-48FD-B16E-13D24640B950}" v="6" dt="2026-08-24T14:38:24.595"/>
  </p1510:revLst>
</p1510:revInfo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3" autoAdjust="0"/>
    <p:restoredTop sz="86405" autoAdjust="0"/>
  </p:normalViewPr>
  <p:slideViewPr>
    <p:cSldViewPr>
      <p:cViewPr varScale="1">
        <p:scale>
          <a:sx n="82" d="100"/>
          <a:sy n="82" d="100"/>
        </p:scale>
        <p:origin x="91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 SAIDA SHAIK" userId="c489fb4e83b7b2c3" providerId="LiveId" clId="{255BBEF6-F7C3-4AC4-A727-CFC1EAB9C947}"/>
    <pc:docChg chg="undo custSel modSld">
      <pc:chgData name="BALA SAIDA SHAIK" userId="c489fb4e83b7b2c3" providerId="LiveId" clId="{255BBEF6-F7C3-4AC4-A727-CFC1EAB9C947}" dt="2026-08-24T14:40:33.835" v="275" actId="20577"/>
      <pc:docMkLst>
        <pc:docMk/>
      </pc:docMkLst>
      <pc:sldChg chg="addSp delSp modSp mod">
        <pc:chgData name="BALA SAIDA SHAIK" userId="c489fb4e83b7b2c3" providerId="LiveId" clId="{255BBEF6-F7C3-4AC4-A727-CFC1EAB9C947}" dt="2026-08-24T14:37:59.494" v="221" actId="20577"/>
        <pc:sldMkLst>
          <pc:docMk/>
          <pc:sldMk cId="0" sldId="256"/>
        </pc:sldMkLst>
        <pc:spChg chg="mod">
          <ac:chgData name="BALA SAIDA SHAIK" userId="c489fb4e83b7b2c3" providerId="LiveId" clId="{255BBEF6-F7C3-4AC4-A727-CFC1EAB9C947}" dt="2026-08-24T14:29:05.180" v="93" actId="20577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BALA SAIDA SHAIK" userId="c489fb4e83b7b2c3" providerId="LiveId" clId="{255BBEF6-F7C3-4AC4-A727-CFC1EAB9C947}" dt="2026-08-24T14:35:46.762" v="184"/>
          <ac:spMkLst>
            <pc:docMk/>
            <pc:sldMk cId="0" sldId="256"/>
            <ac:spMk id="5" creationId="{F499457E-4DB9-F826-7717-FB213D690B1D}"/>
          </ac:spMkLst>
        </pc:spChg>
        <pc:graphicFrameChg chg="mod modGraphic">
          <ac:chgData name="BALA SAIDA SHAIK" userId="c489fb4e83b7b2c3" providerId="LiveId" clId="{255BBEF6-F7C3-4AC4-A727-CFC1EAB9C947}" dt="2026-08-24T14:37:59.494" v="221" actId="20577"/>
          <ac:graphicFrameMkLst>
            <pc:docMk/>
            <pc:sldMk cId="0" sldId="256"/>
            <ac:graphicFrameMk id="6" creationId="{C7F159A1-205A-9A84-5F29-BAC09BFFE55A}"/>
          </ac:graphicFrameMkLst>
        </pc:graphicFrameChg>
      </pc:sldChg>
      <pc:sldChg chg="modSp mod">
        <pc:chgData name="BALA SAIDA SHAIK" userId="c489fb4e83b7b2c3" providerId="LiveId" clId="{255BBEF6-F7C3-4AC4-A727-CFC1EAB9C947}" dt="2026-08-24T14:40:33.835" v="275" actId="20577"/>
        <pc:sldMkLst>
          <pc:docMk/>
          <pc:sldMk cId="1780977059" sldId="334"/>
        </pc:sldMkLst>
        <pc:graphicFrameChg chg="mod modGraphic">
          <ac:chgData name="BALA SAIDA SHAIK" userId="c489fb4e83b7b2c3" providerId="LiveId" clId="{255BBEF6-F7C3-4AC4-A727-CFC1EAB9C947}" dt="2026-08-24T14:40:33.835" v="275" actId="20577"/>
          <ac:graphicFrameMkLst>
            <pc:docMk/>
            <pc:sldMk cId="1780977059" sldId="334"/>
            <ac:graphicFrameMk id="8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185095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947988" y="2032000"/>
            <a:ext cx="9753601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5763" y="7823200"/>
            <a:ext cx="30861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85095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62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04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07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5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0F4214F-3E4E-4B8B-8AC2-BF59D50B2C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23B885CB-12B0-4AB7-A523-856A576656C9}" type="datetime1">
              <a:rPr lang="en-US" smtClean="0"/>
              <a:t>10/16/2026</a:t>
            </a:fld>
            <a:endParaRPr lang="en-US" dirty="0"/>
          </a:p>
        </p:txBody>
      </p:sp>
    </p:spTree>
    <p:extLst>
      <p:ext uri="{7D129387-9967-4C73-939D-69EF041DFD9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20F1802-9C65-458A-8FBF-F4B557FF2340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pic>
        <p:nvPicPr>
          <p:cNvPr id="5" name="Picture 2">
            <a:extLst>
              <a:ext uri="{DAD87817-DB1B-4DE8-BD41-41BB3E99A7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3">
            <a:extLst>
              <a:ext uri="{A59E037D-D639-4F65-9477-94A0EBCDC4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B5FF2-DAF6-4310-9A1D-797D39C1E342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5F2950A-B1CB-4727-AB58-367C2C82CE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635022-F8A5-4229-B18F-290C3D3C64FB}"/>
              </a:ext>
            </a:extLst>
          </p:cNvPr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4000" dirty="0">
              <a:solidFill>
                <a:srgbClr val="00B050"/>
              </a:solidFill>
              <a:latin typeface="Arial Rounded MT Bold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140DA9-F832-465D-86DE-FEB6803F3756}"/>
              </a:ext>
            </a:extLst>
          </p:cNvPr>
          <p:cNvSpPr txBox="1"/>
          <p:nvPr/>
        </p:nvSpPr>
        <p:spPr>
          <a:xfrm>
            <a:off x="152400" y="2553657"/>
            <a:ext cx="10696612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b="1" dirty="0">
                <a:solidFill>
                  <a:srgbClr val="0000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</a:t>
            </a:r>
            <a:r>
              <a:rPr lang="en-GB" sz="4000" b="1" dirty="0">
                <a:solidFill>
                  <a:schemeClr val="tx2"/>
                </a:solidFill>
                <a:latin typeface="Book Antiqua" panose="02040602050305030304" pitchFamily="18" charset="0"/>
                <a:cs typeface="Aharoni" panose="02010803020104030203" pitchFamily="2" charset="-79"/>
              </a:rPr>
              <a:t>Student Result Management System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IN" sz="2800" dirty="0">
              <a:solidFill>
                <a:srgbClr val="C00000"/>
              </a:solidFill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2800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2A8C70-3A77-94EC-FC3D-FDF5B598157E}"/>
              </a:ext>
              <a:ext uri="{20663F85-F48B-43E1-96BA-3B1BE53937F7}">
                <a16:creationId xmlns:lc="http://schemas.openxmlformats.org/drawingml/2006/lockedCanvas"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082DE41-6288-42A5-A437-B3C890B5FD67}"/>
              </a:ext>
            </a:extLst>
          </p:cNvPr>
          <p:cNvSpPr txBox="1"/>
          <p:nvPr/>
        </p:nvSpPr>
        <p:spPr>
          <a:xfrm>
            <a:off x="870620" y="2850846"/>
            <a:ext cx="10696612" cy="20702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lvl="0" algn="l" rtl="0">
              <a:defRPr lang="en-US" sz="1800" dirty="0">
                <a:solidFill>
                  <a:schemeClr val="tx1"/>
                </a:solidFill>
                <a:latin typeface="+mn-lt"/>
              </a:defRPr>
            </a:lvl1pPr>
            <a:lvl2pPr marL="457200" lvl="1" algn="l" rtl="0">
              <a:defRPr lang="en-US" sz="1800" dirty="0">
                <a:solidFill>
                  <a:schemeClr val="tx1"/>
                </a:solidFill>
                <a:latin typeface="+mn-lt"/>
              </a:defRPr>
            </a:lvl2pPr>
            <a:lvl3pPr marL="914400" lvl="2" algn="l" rtl="0">
              <a:defRPr lang="en-US" sz="1800" dirty="0">
                <a:solidFill>
                  <a:schemeClr val="tx1"/>
                </a:solidFill>
                <a:latin typeface="+mn-lt"/>
              </a:defRPr>
            </a:lvl3pPr>
            <a:lvl4pPr marL="1371600" lvl="3" algn="l" rtl="0">
              <a:defRPr lang="en-US" sz="1800" dirty="0">
                <a:solidFill>
                  <a:schemeClr val="tx1"/>
                </a:solidFill>
                <a:latin typeface="+mn-lt"/>
              </a:defRPr>
            </a:lvl4pPr>
            <a:lvl5pPr marL="1828800" lvl="4" algn="l" rtl="0">
              <a:defRPr lang="en-US" sz="1800" dirty="0">
                <a:solidFill>
                  <a:schemeClr val="tx1"/>
                </a:solidFill>
                <a:latin typeface="+mn-lt"/>
              </a:defRPr>
            </a:lvl5pPr>
            <a:lvl6pPr marL="2286000" lvl="5" algn="l" rtl="0">
              <a:defRPr lang="en-US" sz="1800" dirty="0">
                <a:solidFill>
                  <a:schemeClr val="tx1"/>
                </a:solidFill>
                <a:latin typeface="+mn-lt"/>
              </a:defRPr>
            </a:lvl6pPr>
            <a:lvl7pPr marL="2743200" lvl="6" algn="l" rtl="0">
              <a:defRPr lang="en-US" sz="1800" dirty="0">
                <a:solidFill>
                  <a:schemeClr val="tx1"/>
                </a:solidFill>
                <a:latin typeface="+mn-lt"/>
              </a:defRPr>
            </a:lvl7pPr>
            <a:lvl8pPr marL="3200400" lvl="7" algn="l" rtl="0">
              <a:defRPr lang="en-US" sz="1800" dirty="0">
                <a:solidFill>
                  <a:schemeClr val="tx1"/>
                </a:solidFill>
                <a:latin typeface="+mn-lt"/>
              </a:defRPr>
            </a:lvl8pPr>
            <a:lvl9pPr marL="3657600" lvl="8" algn="l" rtl="0">
              <a:defRPr lang="en-US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Instructor:                              Presented by: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N.AKHILA, 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 			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endParaRPr lang="en-US" sz="3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AIML DEPTARTMENT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F159A1-205A-9A84-5F29-BAC09BFFE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675576"/>
              </p:ext>
            </p:extLst>
          </p:nvPr>
        </p:nvGraphicFramePr>
        <p:xfrm>
          <a:off x="6824452" y="3938129"/>
          <a:ext cx="4927600" cy="12560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5244">
                  <a:extLst>
                    <a:ext uri="{9D8B030D-6E8A-4147-A177-3AD203B41FA5}">
                      <a16:colId xmlns:a16="http://schemas.microsoft.com/office/drawing/2014/main" val="4008646060"/>
                    </a:ext>
                  </a:extLst>
                </a:gridCol>
                <a:gridCol w="3462356">
                  <a:extLst>
                    <a:ext uri="{9D8B030D-6E8A-4147-A177-3AD203B41FA5}">
                      <a16:colId xmlns:a16="http://schemas.microsoft.com/office/drawing/2014/main" val="417737212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25B11AIA99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SHAIK.BALASAIDA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402992021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25B11AI666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MAKARLA SRI SUSWAR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06036155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26B21AI087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N.JAYA NAGA SATISH 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251409142"/>
                  </a:ext>
                </a:extLst>
              </a:tr>
              <a:tr h="1309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26B21AI040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G.AJAY KUMAR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846112601"/>
                  </a:ext>
                </a:extLst>
              </a:tr>
            </a:tbl>
          </a:graphicData>
        </a:graphic>
      </p:graphicFrame>
    </p:spTree>
    <p:extLst>
      <p:ext uri="{59DB2955-81A9-4330-9517-4CB607EFC6F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66192" y="1163290"/>
            <a:ext cx="10515600" cy="4531419"/>
          </a:xfrm>
        </p:spPr>
        <p:txBody>
          <a:bodyPr>
            <a:noAutofit/>
          </a:bodyPr>
          <a:lstStyle/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and Functions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Concepts Used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Outputs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Flowchart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Contribution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2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10000" y="381000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97532" y="1676400"/>
            <a:ext cx="10515600" cy="701040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Result Management System is a menu-driven C++ application for managing semester results.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0" indent="-45720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student details, including roll number and name</a:t>
            </a:r>
          </a:p>
          <a:p>
            <a:pPr marL="914400" lvl="0" indent="-45720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marks for five subjects per student</a:t>
            </a:r>
          </a:p>
          <a:p>
            <a:pPr marL="914400" lvl="0" indent="-45720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subject grades, SGPA, CGPA, and percentage</a:t>
            </a:r>
          </a:p>
          <a:p>
            <a:pPr marL="914400" lvl="0" indent="-45720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individual results and class summaries</a:t>
            </a:r>
          </a:p>
          <a:p>
            <a:pPr marL="914400" lvl="0" indent="-45720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semester toppers and pass/fail results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352800" y="381000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Project Abstract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622211-3FCD-994E-6EDD-510B8506EE6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04800" y="1367731"/>
            <a:ext cx="11049000" cy="4988619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results involve marks and credits across multiple subjects.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calculations can take time and may lead to errors.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organizes student and subject information in a C++ application.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enter marks, search for students, and view result summaries.</a:t>
            </a:r>
          </a:p>
          <a:p>
            <a:pPr marL="914400" lvl="0" indent="-4572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object-oriented programming and basic data processing.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BFC0C-874A-4807-F3DA-108B8D3E7446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20F1802-9C65-458A-8FBF-F4B557FF2340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67519-A54B-5DEB-7B4C-547A735572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DF2D65-DFB1-8C6E-DF6F-A00DA62348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03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" y="1192050"/>
            <a:ext cx="11125200" cy="5000434"/>
          </a:xfrm>
        </p:spPr>
        <p:txBody>
          <a:bodyPr>
            <a:normAutofit/>
          </a:bodyPr>
          <a:lstStyle/>
          <a:p>
            <a:r>
              <a:rPr lang="en-IN" b="1" u="sng" dirty="0">
                <a:latin typeface="Cambria" panose="02040503050406030204" pitchFamily="18" charset="0"/>
                <a:ea typeface="Cambria" panose="02040503050406030204" pitchFamily="18" charset="0"/>
              </a:rPr>
              <a:t>Problem Statement:</a:t>
            </a:r>
            <a:endParaRPr lang="en-IN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semester results manually makes it harder to track subject marks, calculate grades, and prepare student or class summaries.</a:t>
            </a:r>
          </a:p>
          <a:p>
            <a:r>
              <a:rPr lang="en-IN" b="1" u="sng" dirty="0">
                <a:latin typeface="Cambria" panose="02040503050406030204" pitchFamily="18" charset="0"/>
                <a:ea typeface="Cambria" panose="02040503050406030204" pitchFamily="18" charset="0"/>
              </a:rPr>
              <a:t>Objectives:</a:t>
            </a:r>
            <a:endParaRPr lang="en-IN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student and semester information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marks for five subjects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grades and grade points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SGPA, CGPA, and percentage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 student by roll number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topper, pass/fail, and class summary information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5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813132" y="366464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Problem Statement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6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813132" y="762000"/>
            <a:ext cx="90000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6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Novelty Of The Project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C2006-329E-2DEF-FA1E-68B14CE6D00D}"/>
              </a:ext>
            </a:extLst>
          </p:cNvPr>
          <p:cNvSpPr txBox="1"/>
          <p:nvPr/>
        </p:nvSpPr>
        <p:spPr>
          <a:xfrm>
            <a:off x="537592" y="1600200"/>
            <a:ext cx="10972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Menu-driven interface for result management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 with roll number and name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selection from 1 to 8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and credits recorded for five subjects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subject grading and result calculations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condition checks subject total and external marks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result display and class reporting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/>
          </a:bodyPr>
          <a:lstStyle/>
          <a:p>
            <a:pPr lvl="0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Module: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Student::addStudent()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records student details and semester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Student::getRollNo()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returns the student roll number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Student::getName()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returns the student name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findStudent()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searches the student list by roll number</a:t>
            </a:r>
          </a:p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Marks Module:</a:t>
            </a:r>
            <a:endParaRPr lang="en-IN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Student::enterMarks()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records subject details and marks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Student::calculateResult()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calculates grades, SGPA, CGPA, and percentage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7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Modules /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8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14FF2-9A47-B7C9-EB51-2B3EEA59302A}"/>
              </a:ext>
            </a:extLst>
          </p:cNvPr>
          <p:cNvSpPr txBox="1"/>
          <p:nvPr/>
        </p:nvSpPr>
        <p:spPr>
          <a:xfrm>
            <a:off x="3810000" y="611355"/>
            <a:ext cx="533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Modules / Functionalities</a:t>
            </a:r>
          </a:p>
          <a:p>
            <a:endParaRPr lang="en-IN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7B61A3-028B-2A6F-0BF8-083B2A12E446}"/>
              </a:ext>
            </a:extLst>
          </p:cNvPr>
          <p:cNvSpPr txBox="1"/>
          <p:nvPr/>
        </p:nvSpPr>
        <p:spPr>
          <a:xfrm>
            <a:off x="668392" y="1752600"/>
            <a:ext cx="990117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Display: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Student::displayResult()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shows marks, grades, and semester result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Student::displaySGPACGPA()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shows SGPA and CGPA</a:t>
            </a:r>
          </a:p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Reports:</a:t>
            </a: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showTopper()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displays the student with the highest SGPA among students with results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showPassFailList()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lists students who passed or failed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showClassSummary()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shows result counts and average SGPA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9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533400"/>
            <a:ext cx="52233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en-IN" sz="4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Implementation</a:t>
            </a:r>
            <a:endParaRPr lang="en-GB" sz="4000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AAC33D-DCDB-E177-74FF-38F22177C760}"/>
              </a:ext>
            </a:extLst>
          </p:cNvPr>
          <p:cNvSpPr txBox="1"/>
          <p:nvPr/>
        </p:nvSpPr>
        <p:spPr>
          <a:xfrm>
            <a:off x="533400" y="1380915"/>
            <a:ext cx="1011530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in C++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class stores each student’s information and result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structure stores subject marks, credits, grade, and pass status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vector&lt;Student&gt; stores student records during program execution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student record supports five subjects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in semesters after the first can enter previous credits and CGPA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are stored in memory and are cleared when the program exits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700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10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en-IN" sz="4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C++ Concepts Used</a:t>
            </a:r>
            <a:endParaRPr lang="en-GB" sz="4000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91B81C-1EB1-BD78-668B-67E0385B501C}"/>
              </a:ext>
            </a:extLst>
          </p:cNvPr>
          <p:cNvSpPr txBox="1"/>
          <p:nvPr/>
        </p:nvSpPr>
        <p:spPr>
          <a:xfrm>
            <a:off x="1111170" y="1632030"/>
            <a:ext cx="91612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and objects: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students and their results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subject details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keeps student data within the Student class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functions: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 data entry, calculations, and display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a changeable number of student records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the five subjects for each student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and conditions: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entries and calculate results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names, roll numbers, and subject information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7DC783-C759-D2F0-A26F-E9D35A00A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45054-42E6-8413-5815-9625896B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67F3E-AA34-6832-B05D-7061478D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B093-D3DD-4808-813A-F58BF8E67773}" type="slidenum">
              <a:rPr lang="en-IN" smtClean="0"/>
              <a:t>11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AD63C-5258-F5D6-5B85-9E7F2B4A00C8}"/>
              </a:ext>
            </a:extLst>
          </p:cNvPr>
          <p:cNvSpPr txBox="1"/>
          <p:nvPr/>
        </p:nvSpPr>
        <p:spPr>
          <a:xfrm>
            <a:off x="5029200" y="567184"/>
            <a:ext cx="16017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Inputs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D0592-F646-00A3-0998-8EEDF6BFD305}"/>
              </a:ext>
            </a:extLst>
          </p:cNvPr>
          <p:cNvSpPr txBox="1"/>
          <p:nvPr/>
        </p:nvSpPr>
        <p:spPr>
          <a:xfrm>
            <a:off x="838200" y="1905000"/>
            <a:ext cx="9005992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roll number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number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total credits and CGPA for semesters 2–8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code, name, and credits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IE1, IE2, internal, and semester-end marks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choice and roll number for lookup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389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0761C-158F-995D-623C-DCA6DA3A1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98511D-F4B2-619E-C1BC-0F8C15052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32297-A8F9-E212-F730-817CD146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B093-D3DD-4808-813A-F58BF8E67773}" type="slidenum">
              <a:rPr lang="en-IN" smtClean="0"/>
              <a:t>12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CF8276-A661-0DF4-7429-C59C2D80E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1"/>
            <a:ext cx="9372600" cy="49196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38E3EA-7268-9ABD-C628-114C9A1B7226}"/>
              </a:ext>
            </a:extLst>
          </p:cNvPr>
          <p:cNvSpPr txBox="1"/>
          <p:nvPr/>
        </p:nvSpPr>
        <p:spPr>
          <a:xfrm>
            <a:off x="5367275" y="381000"/>
            <a:ext cx="14574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Inputs</a:t>
            </a:r>
          </a:p>
          <a:p>
            <a:endParaRPr lang="en-IN" sz="3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70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13163D-5810-AECC-075E-8A8C6533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6F784-49D0-D2B1-8A6D-99409369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7D223-FE7D-2CBC-6B2B-DC76C112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B093-D3DD-4808-813A-F58BF8E67773}" type="slidenum">
              <a:rPr lang="en-IN" smtClean="0"/>
              <a:t>13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30935-FFB8-1250-72A5-59DDDE8AAA92}"/>
              </a:ext>
            </a:extLst>
          </p:cNvPr>
          <p:cNvSpPr txBox="1"/>
          <p:nvPr/>
        </p:nvSpPr>
        <p:spPr>
          <a:xfrm>
            <a:off x="4191000" y="457200"/>
            <a:ext cx="40655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Expected Outputs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1EEED1-DE23-AF1B-D297-92E3E78D9AC1}"/>
              </a:ext>
            </a:extLst>
          </p:cNvPr>
          <p:cNvSpPr txBox="1"/>
          <p:nvPr/>
        </p:nvSpPr>
        <p:spPr>
          <a:xfrm>
            <a:off x="798653" y="1539433"/>
            <a:ext cx="8605241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Student registration confirmation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Subject marks and grades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Subject pass/fail status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Percentage, SGPA, and CGPA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Complete result for a selected student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Semester topper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Pass/fail student lists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Class result counts and average SGPA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Total number of student records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Messages for missing students or unavailable marks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556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F70D3-217B-6192-1EDD-832542E6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D4C6F-55AA-7A83-412C-6BF3A570C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A5F40-91DD-700B-D658-09DC56ECE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B093-D3DD-4808-813A-F58BF8E67773}" type="slidenum">
              <a:rPr lang="en-IN" smtClean="0"/>
              <a:t>14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761A7D-B2F3-F8F1-0975-DBC0C64BB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1675618"/>
            <a:ext cx="10267950" cy="44965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288DC8-B41C-AA76-3E63-5BE63AA01391}"/>
              </a:ext>
            </a:extLst>
          </p:cNvPr>
          <p:cNvSpPr txBox="1"/>
          <p:nvPr/>
        </p:nvSpPr>
        <p:spPr>
          <a:xfrm>
            <a:off x="5038531" y="625151"/>
            <a:ext cx="19399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Outputs</a:t>
            </a:r>
            <a:endParaRPr lang="en-IN" sz="4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166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97BA4-5242-0DAA-1510-DCA7343E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C2F51-438C-5A9F-2C18-A65847109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4C587-FB58-202E-47CF-C2C3A3EA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B093-D3DD-4808-813A-F58BF8E67773}" type="slidenum">
              <a:rPr lang="en-IN" smtClean="0"/>
              <a:t>15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347FBF-0329-222E-0CD0-CEF2FB0E1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9200"/>
            <a:ext cx="11963400" cy="505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11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16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Role of Each Individual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351216"/>
              </p:ext>
            </p:extLst>
          </p:nvPr>
        </p:nvGraphicFramePr>
        <p:xfrm>
          <a:off x="914400" y="192024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Responsibility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25B11AIA99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SK.BALASAIDA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design, Event &amp; Registration modules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25B11AI666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SRI SUSWAR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 – core modules &amp; file handling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26B21AI087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N.JAYA NAGA SATISH 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Testing, debugging &amp; report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26B21AI040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G.AJAY KUMAR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design, documentation &amp; presentation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2974D-1CE7-ADEF-CAF2-8E40A4E9ACE3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989236"/>
            <a:ext cx="9525000" cy="5367114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14BADD-841F-98DA-7B1A-166F39B295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0285F-93AB-F1ED-9404-7BA7181450BB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3383F8C5-9DCC-4575-9E47-831DF7A3DFC7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A9194-EE25-3196-F348-A230F71DC1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96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983</Words>
  <Application>Microsoft Office PowerPoint</Application>
  <PresentationFormat>Widescreen</PresentationFormat>
  <Paragraphs>183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Cambria</vt:lpstr>
      <vt:lpstr>Wingdings</vt:lpstr>
      <vt:lpstr>Arial Rounded MT Bold</vt:lpstr>
      <vt:lpstr>Arial</vt:lpstr>
      <vt:lpstr>Book Antiqua</vt:lpstr>
      <vt:lpstr>Aharoni</vt:lpstr>
      <vt:lpstr>Times New Roman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BALA SAIDA SHAIK</dc:creator>
  <cp:lastModifiedBy>Srisuswar Makarla</cp:lastModifiedBy>
  <cp:revision>105</cp:revision>
  <cp:lastPrinted>2025-09-02T05:24:44Z</cp:lastPrinted>
  <dcterms:created xsi:type="dcterms:W3CDTF">2025-05-29T13:02:32Z</dcterms:created>
  <dcterms:modified xsi:type="dcterms:W3CDTF">2026-10-16T10:53:41Z</dcterms:modified>
</cp:coreProperties>
</file>